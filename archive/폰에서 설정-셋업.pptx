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0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1356" y="-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765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36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10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27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75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6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5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0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3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58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38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0EA46-47D5-4F0E-A3F6-FFB41D8C446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F8195-E300-4A20-A61A-42DD421BC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870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B0F8AE-A1F6-469D-841C-7C755E7E9FD4}"/>
              </a:ext>
            </a:extLst>
          </p:cNvPr>
          <p:cNvSpPr txBox="1"/>
          <p:nvPr/>
        </p:nvSpPr>
        <p:spPr>
          <a:xfrm>
            <a:off x="534068" y="1794126"/>
            <a:ext cx="17524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9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해당톡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링크를 꾸</a:t>
            </a: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욱 누릅니다</a:t>
            </a: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E7861-58E0-43BA-89B2-81972ED12784}"/>
              </a:ext>
            </a:extLst>
          </p:cNvPr>
          <p:cNvSpPr txBox="1"/>
          <p:nvPr/>
        </p:nvSpPr>
        <p:spPr>
          <a:xfrm>
            <a:off x="-724995" y="3963764"/>
            <a:ext cx="431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➊➋</a:t>
            </a:r>
            <a:endParaRPr lang="ko-KR" altLang="en-US" sz="105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233B25D-F333-49E1-A57F-C5B66E040AB0}"/>
              </a:ext>
            </a:extLst>
          </p:cNvPr>
          <p:cNvGrpSpPr/>
          <p:nvPr/>
        </p:nvGrpSpPr>
        <p:grpSpPr>
          <a:xfrm>
            <a:off x="714879" y="2142379"/>
            <a:ext cx="1169398" cy="1085234"/>
            <a:chOff x="650298" y="1707419"/>
            <a:chExt cx="1169398" cy="108523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93401EA-DE9E-4CFB-8564-CAA1DC84A57F}"/>
                </a:ext>
              </a:extLst>
            </p:cNvPr>
            <p:cNvGrpSpPr/>
            <p:nvPr/>
          </p:nvGrpSpPr>
          <p:grpSpPr>
            <a:xfrm>
              <a:off x="650298" y="1707419"/>
              <a:ext cx="1169398" cy="1085234"/>
              <a:chOff x="1192392" y="868383"/>
              <a:chExt cx="2229161" cy="2000529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05081A44-9D08-4F13-942F-E6B93FC59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92392" y="868383"/>
                <a:ext cx="2229161" cy="2000529"/>
              </a:xfrm>
              <a:prstGeom prst="rect">
                <a:avLst/>
              </a:prstGeom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5FB5765F-2550-4FBB-A3D3-51910166014E}"/>
                  </a:ext>
                </a:extLst>
              </p:cNvPr>
              <p:cNvSpPr/>
              <p:nvPr/>
            </p:nvSpPr>
            <p:spPr>
              <a:xfrm>
                <a:off x="1870745" y="2105637"/>
                <a:ext cx="1550808" cy="629174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E27270-113A-445B-8C7C-CA9A47F22DA1}"/>
                </a:ext>
              </a:extLst>
            </p:cNvPr>
            <p:cNvSpPr txBox="1"/>
            <p:nvPr/>
          </p:nvSpPr>
          <p:spPr>
            <a:xfrm>
              <a:off x="806724" y="2250036"/>
              <a:ext cx="18473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05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6D3CE0-81F3-4C58-BBB6-F028E0DF3D4A}"/>
              </a:ext>
            </a:extLst>
          </p:cNvPr>
          <p:cNvSpPr/>
          <p:nvPr/>
        </p:nvSpPr>
        <p:spPr>
          <a:xfrm>
            <a:off x="2813416" y="1794126"/>
            <a:ext cx="101341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팝업이 뜹니다</a:t>
            </a: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lang="ko-KR" altLang="en-US" sz="9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1E5EEE1-87CE-4141-9638-8A65118E5306}"/>
              </a:ext>
            </a:extLst>
          </p:cNvPr>
          <p:cNvGrpSpPr/>
          <p:nvPr/>
        </p:nvGrpSpPr>
        <p:grpSpPr>
          <a:xfrm>
            <a:off x="2897235" y="2058200"/>
            <a:ext cx="1063529" cy="1345850"/>
            <a:chOff x="2175554" y="1707419"/>
            <a:chExt cx="1063529" cy="134585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E6732209-6374-4051-95EA-18439CA48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5554" y="1707419"/>
              <a:ext cx="794975" cy="134585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A861E2E-C36D-4E08-925B-25294C1130CA}"/>
                </a:ext>
              </a:extLst>
            </p:cNvPr>
            <p:cNvSpPr/>
            <p:nvPr/>
          </p:nvSpPr>
          <p:spPr>
            <a:xfrm>
              <a:off x="2186543" y="2338406"/>
              <a:ext cx="813540" cy="89325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3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E70740-C923-481D-9400-48C44F0A5463}"/>
                </a:ext>
              </a:extLst>
            </p:cNvPr>
            <p:cNvSpPr txBox="1"/>
            <p:nvPr/>
          </p:nvSpPr>
          <p:spPr>
            <a:xfrm>
              <a:off x="2579928" y="2074332"/>
              <a:ext cx="659155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solidFill>
                    <a:srgbClr val="2309E7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공유 선택</a:t>
              </a:r>
              <a:r>
                <a:rPr lang="en-US" altLang="ko-KR" sz="900" dirty="0">
                  <a:solidFill>
                    <a:srgbClr val="2309E7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endParaRPr lang="ko-KR" altLang="en-US" sz="900" dirty="0">
                <a:solidFill>
                  <a:srgbClr val="2309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1BA6CFE-30CB-4D0A-B07F-EF8EA891A344}"/>
              </a:ext>
            </a:extLst>
          </p:cNvPr>
          <p:cNvGrpSpPr/>
          <p:nvPr/>
        </p:nvGrpSpPr>
        <p:grpSpPr>
          <a:xfrm>
            <a:off x="4622370" y="2058200"/>
            <a:ext cx="1294055" cy="873623"/>
            <a:chOff x="3565798" y="1678916"/>
            <a:chExt cx="1294055" cy="87362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F223F90-AF13-4A81-B830-ED9D9E848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65798" y="1678916"/>
              <a:ext cx="1294055" cy="873623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DBFC134-F0C0-4002-8DA4-63ADB2C96BC9}"/>
                </a:ext>
              </a:extLst>
            </p:cNvPr>
            <p:cNvSpPr/>
            <p:nvPr/>
          </p:nvSpPr>
          <p:spPr>
            <a:xfrm>
              <a:off x="3858255" y="2205373"/>
              <a:ext cx="251635" cy="275495"/>
            </a:xfrm>
            <a:prstGeom prst="rect">
              <a:avLst/>
            </a:prstGeom>
            <a:noFill/>
            <a:ln w="19050">
              <a:solidFill>
                <a:srgbClr val="2309E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35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42D1285-C667-4746-8A52-FE66E58C5E03}"/>
              </a:ext>
            </a:extLst>
          </p:cNvPr>
          <p:cNvSpPr txBox="1"/>
          <p:nvPr/>
        </p:nvSpPr>
        <p:spPr>
          <a:xfrm>
            <a:off x="4553430" y="3068061"/>
            <a:ext cx="14077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크롬이 없으면 </a:t>
            </a:r>
            <a:endParaRPr lang="en-US" altLang="ko-KR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더보기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... 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 </a:t>
            </a: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&gt; 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크롬선택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2BC29E2-9B2F-48C8-97B2-8FDBEEAE4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11" y="4326934"/>
            <a:ext cx="1384977" cy="244679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B1E0D2-F84E-4432-9931-352D8AC97B60}"/>
              </a:ext>
            </a:extLst>
          </p:cNvPr>
          <p:cNvSpPr/>
          <p:nvPr/>
        </p:nvSpPr>
        <p:spPr>
          <a:xfrm>
            <a:off x="656712" y="4045536"/>
            <a:ext cx="128913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9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트윈재난알람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뜹니다</a:t>
            </a: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9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772C553-8197-4CA4-BAD1-C3372FBB5730}"/>
              </a:ext>
            </a:extLst>
          </p:cNvPr>
          <p:cNvSpPr/>
          <p:nvPr/>
        </p:nvSpPr>
        <p:spPr>
          <a:xfrm>
            <a:off x="1907294" y="4338491"/>
            <a:ext cx="134394" cy="177399"/>
          </a:xfrm>
          <a:prstGeom prst="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F368D0-266A-46EC-A439-A50888766483}"/>
              </a:ext>
            </a:extLst>
          </p:cNvPr>
          <p:cNvSpPr txBox="1"/>
          <p:nvPr/>
        </p:nvSpPr>
        <p:spPr>
          <a:xfrm>
            <a:off x="2034345" y="4338491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2309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endParaRPr lang="ko-KR" altLang="en-US" sz="1050" dirty="0">
              <a:solidFill>
                <a:srgbClr val="2309E7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80C72BA-511D-4F3D-9F02-0F6348F4ED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344" y="4305648"/>
            <a:ext cx="1415678" cy="246204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8A0749A-99E7-43B7-B721-C03760596EB3}"/>
              </a:ext>
            </a:extLst>
          </p:cNvPr>
          <p:cNvSpPr/>
          <p:nvPr/>
        </p:nvSpPr>
        <p:spPr>
          <a:xfrm>
            <a:off x="3443631" y="6063659"/>
            <a:ext cx="790566" cy="104531"/>
          </a:xfrm>
          <a:prstGeom prst="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5206AA-A6D1-4041-AABC-4374356B01C1}"/>
              </a:ext>
            </a:extLst>
          </p:cNvPr>
          <p:cNvSpPr txBox="1"/>
          <p:nvPr/>
        </p:nvSpPr>
        <p:spPr>
          <a:xfrm>
            <a:off x="4375763" y="6012049"/>
            <a:ext cx="6372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2309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클릭하면</a:t>
            </a:r>
            <a:endParaRPr lang="ko-KR" altLang="en-US" sz="900" dirty="0">
              <a:solidFill>
                <a:srgbClr val="2309E7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4119D3-3080-4181-B817-DF604BFC852F}"/>
              </a:ext>
            </a:extLst>
          </p:cNvPr>
          <p:cNvSpPr/>
          <p:nvPr/>
        </p:nvSpPr>
        <p:spPr>
          <a:xfrm>
            <a:off x="4533934" y="1794126"/>
            <a:ext cx="88838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 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크롬을 선택</a:t>
            </a:r>
            <a:endParaRPr lang="ko-KR" altLang="en-US" sz="9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B4A713-092E-429C-89F6-2D69C78AD81C}"/>
              </a:ext>
            </a:extLst>
          </p:cNvPr>
          <p:cNvSpPr/>
          <p:nvPr/>
        </p:nvSpPr>
        <p:spPr>
          <a:xfrm>
            <a:off x="2799063" y="4045536"/>
            <a:ext cx="129875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5. 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선택메뉴 팝업이 뜨면</a:t>
            </a:r>
            <a:endParaRPr lang="ko-KR" altLang="en-US" sz="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96275D-B7DB-46A9-9BD2-8C8C3C6A387E}"/>
              </a:ext>
            </a:extLst>
          </p:cNvPr>
          <p:cNvSpPr txBox="1"/>
          <p:nvPr/>
        </p:nvSpPr>
        <p:spPr>
          <a:xfrm>
            <a:off x="4890171" y="5105829"/>
            <a:ext cx="183736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rgbClr val="2309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앱설치</a:t>
            </a:r>
            <a:r>
              <a:rPr lang="ko-KR" altLang="en-US" sz="900" dirty="0">
                <a:solidFill>
                  <a:srgbClr val="2309E7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900" dirty="0">
              <a:solidFill>
                <a:srgbClr val="2309E7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dirty="0">
              <a:solidFill>
                <a:srgbClr val="2309E7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바로가기 만들기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E56E0E-AF1F-41C4-AB92-46CDF1D0872C}"/>
              </a:ext>
            </a:extLst>
          </p:cNvPr>
          <p:cNvSpPr/>
          <p:nvPr/>
        </p:nvSpPr>
        <p:spPr>
          <a:xfrm>
            <a:off x="4778089" y="4045536"/>
            <a:ext cx="88838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6. </a:t>
            </a:r>
            <a:r>
              <a:rPr lang="ko-KR" altLang="en-US" sz="9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앱설치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클릭 </a:t>
            </a:r>
            <a:endParaRPr lang="ko-KR" altLang="en-US" sz="9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5E5992C-69D5-4B51-874F-3BA340BA9C5A}"/>
              </a:ext>
            </a:extLst>
          </p:cNvPr>
          <p:cNvSpPr/>
          <p:nvPr/>
        </p:nvSpPr>
        <p:spPr>
          <a:xfrm>
            <a:off x="381000" y="1623060"/>
            <a:ext cx="5882640" cy="208308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AB92906-8E39-41B3-B336-81895F6BD759}"/>
              </a:ext>
            </a:extLst>
          </p:cNvPr>
          <p:cNvSpPr/>
          <p:nvPr/>
        </p:nvSpPr>
        <p:spPr>
          <a:xfrm>
            <a:off x="381000" y="3891783"/>
            <a:ext cx="5882640" cy="31098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454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47</Words>
  <Application>Microsoft Office PowerPoint</Application>
  <PresentationFormat>화면 슬라이드 쇼(4:3)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LG스마트체 Regular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김견수/트윈타워운영센터</dc:creator>
  <cp:lastModifiedBy>김견수/트윈타워운영센터</cp:lastModifiedBy>
  <cp:revision>3</cp:revision>
  <dcterms:created xsi:type="dcterms:W3CDTF">2026-06-28T05:36:02Z</dcterms:created>
  <dcterms:modified xsi:type="dcterms:W3CDTF">2026-06-28T06:01:16Z</dcterms:modified>
</cp:coreProperties>
</file>